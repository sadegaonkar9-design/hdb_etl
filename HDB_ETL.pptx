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1DC6-B23D-44CD-9C6D-91E094CD8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58252-B1CF-4866-BF86-078F0A6F8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95B80-7DC1-4C40-BD17-2C2D55AB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AF8D-BDF0-4E35-8019-7A61B120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EA17B-6F91-42B9-BA06-9F6F508C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043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F80D-870F-4928-8F59-E307D1EC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A3B7-9107-43A7-ABD5-F1244F85D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72479-5FEB-4000-848F-6072646D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6800D-763D-40C9-9624-3B572B2F2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E9E19-CDEC-4A8E-9204-5E3C639E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0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36D1-23C6-4CB4-B410-5E6F3136F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65DA6-EC98-4C08-9776-416145418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A6EE0-C46D-4531-8074-C8B8FEFA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633CF-4B4A-44F9-B761-5CDA363C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8A5B-8A28-4FB3-B678-48D79CF63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75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BC3F-D7FE-4C7C-A497-4E0407B3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2EDB-E1E5-4F7B-AE51-6D58C0AF3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51E8E-D4BB-4A9B-97D3-80C0AFEF2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AF21B-68C1-4B9A-B9FA-5B60EBC2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9FB85-73BF-4D8E-8E6E-5F39962B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50DE8-80B9-49C8-B40F-829A677E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30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70DA-3812-4935-9041-83B852F6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C068-0FFA-49AE-A48D-CD8652064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17A0A-5669-412D-BA2D-9220BA268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CC6CDE-4EEE-4EDA-9AD6-4B85BC2C3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7BE399-D8E0-440B-983F-FB1A261BA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FB09FD-C0A2-4A4E-9871-CC0A9C43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8B8BED-F2E3-4D20-9A4E-43BD8F39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4F460-1A79-443C-AAC9-C8A65A03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55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12D9-0DD5-4ED4-9482-6FBE2A144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65B6F-3616-41AD-9FE8-20710F3A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D52F6-3E89-41C3-A9BF-98F09AC3D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315C-B9A4-45A2-BD80-FAE4BDD9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5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463E2-48A1-47BA-A8C5-14ED30E2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0BCCF-C1C8-443E-9934-6F6DFF2E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857B1-2470-4145-A3E4-DF8239CD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9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67F62-75BE-4C61-8990-7E725621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652F-86E8-4783-86C3-58820614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F875A-2240-4FD9-B376-3273196DB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5F6B-E5A0-41B5-BA1C-03D66589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0C8D1-1AC6-479C-9536-834E39D4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1E84A-37B7-4A25-8A45-5FFB3F3A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40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CCDF4-6314-44D1-804E-51ACD7CD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2BF5E-E218-40AA-86D4-CD48E0FA6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F4CF6-AE94-436C-8E53-F3F59C16B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A2286-D3C8-43F7-9497-A63CEDC5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44D95-749D-4AD0-B8B9-0A4D70EC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2FC1A-E3ED-4AB0-8017-31F4B5B4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3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7873-5D61-4A31-981E-0B5E25C1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27810-2753-4B81-9E10-E4CBE3337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D5FC6-59C5-4830-B62F-9CE94A47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1C5BD-155E-4818-8974-2913B635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00FB4-F7B1-470E-9E51-973BFAB4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29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9A9B8-D507-4970-960B-03C3638CA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AD2AC-40C7-46EE-A110-AE63DB20A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777D3-C97F-412B-A320-B7B0AD40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D329-9087-40D5-8504-49616CE26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91CC8-9EC0-49C3-B7AB-6B58E069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2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0DD22-D903-4365-943F-5ACE493D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01AF2-BC6D-47C2-851F-9CA5D4111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4CD36-7E76-4096-9772-C52D3E568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DDDCF-FF98-4C2E-8403-0D35B988C7F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571D4-9ED9-431E-8B17-20D23C9AB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731DF-3CA0-4968-A8A5-09EE9387F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9D18A-5DF0-40D8-83AE-3C42EC8D8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80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B7D581-EDD1-4198-B6BF-5B790E7CA725}"/>
              </a:ext>
            </a:extLst>
          </p:cNvPr>
          <p:cNvSpPr txBox="1"/>
          <p:nvPr/>
        </p:nvSpPr>
        <p:spPr>
          <a:xfrm>
            <a:off x="1126435" y="702365"/>
            <a:ext cx="6983895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            </a:t>
            </a:r>
            <a:r>
              <a:rPr lang="en-IN" sz="1200" dirty="0" err="1"/>
              <a:t>WebsiteData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  data.gov.sg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Internet Gateway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     AWS WAF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Public Subnet (Lambda)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  Amazon S3 (Raw)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   AWS Glue ETL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Amazon S3 (Curated)</a:t>
            </a:r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AWS Glue </a:t>
            </a:r>
            <a:r>
              <a:rPr lang="en-IN" sz="1200" dirty="0" err="1"/>
              <a:t>Catalog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                     │</a:t>
            </a:r>
          </a:p>
          <a:p>
            <a:endParaRPr lang="en-IN" sz="1200" dirty="0"/>
          </a:p>
          <a:p>
            <a:r>
              <a:rPr lang="en-IN" sz="1200" dirty="0"/>
              <a:t>                 Athena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FFD6D-5498-452F-85AD-F5CD5E4076D6}"/>
              </a:ext>
            </a:extLst>
          </p:cNvPr>
          <p:cNvSpPr txBox="1"/>
          <p:nvPr/>
        </p:nvSpPr>
        <p:spPr>
          <a:xfrm>
            <a:off x="6599583" y="130650"/>
            <a:ext cx="27034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Security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IAM Roles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AWS KMS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CloudTrail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CloudWatch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VPC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Groups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DD04A-E333-4AB0-9EAB-DAB1133295DA}"/>
              </a:ext>
            </a:extLst>
          </p:cNvPr>
          <p:cNvSpPr txBox="1"/>
          <p:nvPr/>
        </p:nvSpPr>
        <p:spPr>
          <a:xfrm>
            <a:off x="0" y="-540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Data Ingestion</a:t>
            </a:r>
          </a:p>
        </p:txBody>
      </p:sp>
    </p:spTree>
    <p:extLst>
      <p:ext uri="{BB962C8B-B14F-4D97-AF65-F5344CB8AC3E}">
        <p14:creationId xmlns:p14="http://schemas.microsoft.com/office/powerpoint/2010/main" val="267627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359E07-9E7A-4CB5-A090-7FE96DF7F501}"/>
              </a:ext>
            </a:extLst>
          </p:cNvPr>
          <p:cNvSpPr txBox="1"/>
          <p:nvPr/>
        </p:nvSpPr>
        <p:spPr>
          <a:xfrm>
            <a:off x="0" y="948690"/>
            <a:ext cx="357808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Tableau Desktop</a:t>
            </a:r>
          </a:p>
          <a:p>
            <a:endParaRPr lang="en-IN" dirty="0"/>
          </a:p>
          <a:p>
            <a:r>
              <a:rPr lang="en-IN" dirty="0"/>
              <a:t>                    │</a:t>
            </a:r>
          </a:p>
          <a:p>
            <a:endParaRPr lang="en-IN" dirty="0"/>
          </a:p>
          <a:p>
            <a:r>
              <a:rPr lang="en-IN" dirty="0"/>
              <a:t>          Interface VPC Endpoint</a:t>
            </a:r>
          </a:p>
          <a:p>
            <a:endParaRPr lang="en-IN" dirty="0"/>
          </a:p>
          <a:p>
            <a:r>
              <a:rPr lang="en-IN" dirty="0"/>
              <a:t>                    │</a:t>
            </a:r>
          </a:p>
          <a:p>
            <a:endParaRPr lang="en-IN" dirty="0"/>
          </a:p>
          <a:p>
            <a:r>
              <a:rPr lang="en-IN" dirty="0"/>
              <a:t>              Amazon Athena</a:t>
            </a:r>
          </a:p>
          <a:p>
            <a:endParaRPr lang="en-IN" dirty="0"/>
          </a:p>
          <a:p>
            <a:r>
              <a:rPr lang="en-IN" dirty="0"/>
              <a:t>                    │</a:t>
            </a:r>
          </a:p>
          <a:p>
            <a:endParaRPr lang="en-IN" dirty="0"/>
          </a:p>
          <a:p>
            <a:r>
              <a:rPr lang="en-IN" dirty="0"/>
              <a:t>           AWS Glue </a:t>
            </a:r>
            <a:r>
              <a:rPr lang="en-IN" dirty="0" err="1"/>
              <a:t>Catalog</a:t>
            </a:r>
            <a:endParaRPr lang="en-IN" dirty="0"/>
          </a:p>
          <a:p>
            <a:endParaRPr lang="en-IN" dirty="0"/>
          </a:p>
          <a:p>
            <a:r>
              <a:rPr lang="en-IN" dirty="0"/>
              <a:t>                    │</a:t>
            </a:r>
          </a:p>
          <a:p>
            <a:endParaRPr lang="en-IN" dirty="0"/>
          </a:p>
          <a:p>
            <a:r>
              <a:rPr lang="en-IN" dirty="0"/>
              <a:t>          Amazon S3 (Curated)</a:t>
            </a:r>
          </a:p>
          <a:p>
            <a:endParaRPr lang="en-IN" dirty="0"/>
          </a:p>
          <a:p>
            <a:r>
              <a:rPr lang="en-IN" dirty="0"/>
              <a:t>                    │</a:t>
            </a:r>
          </a:p>
          <a:p>
            <a:endParaRPr lang="en-IN" dirty="0"/>
          </a:p>
          <a:p>
            <a:r>
              <a:rPr lang="en-IN" dirty="0"/>
              <a:t>        Gateway VPC Endpoint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0A9DD-8BCF-4BE4-B216-860322FD452F}"/>
              </a:ext>
            </a:extLst>
          </p:cNvPr>
          <p:cNvSpPr txBox="1"/>
          <p:nvPr/>
        </p:nvSpPr>
        <p:spPr>
          <a:xfrm>
            <a:off x="5671931" y="34513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Private VPC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IAM Roles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KMS Encryption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CloudWatch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CloudTrail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Groups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47AA3-F62B-45B7-8C3D-1A378B5C5271}"/>
              </a:ext>
            </a:extLst>
          </p:cNvPr>
          <p:cNvSpPr txBox="1"/>
          <p:nvPr/>
        </p:nvSpPr>
        <p:spPr>
          <a:xfrm>
            <a:off x="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Data Exploitation</a:t>
            </a:r>
          </a:p>
        </p:txBody>
      </p:sp>
    </p:spTree>
    <p:extLst>
      <p:ext uri="{BB962C8B-B14F-4D97-AF65-F5344CB8AC3E}">
        <p14:creationId xmlns:p14="http://schemas.microsoft.com/office/powerpoint/2010/main" val="2096446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</Words>
  <Application>Microsoft Office PowerPoint</Application>
  <PresentationFormat>Widescreen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parikshit sadegaonkar</dc:creator>
  <cp:lastModifiedBy>parikshit sadegaonkar</cp:lastModifiedBy>
  <cp:revision>7</cp:revision>
  <dcterms:created xsi:type="dcterms:W3CDTF">2026-07-19T20:06:43Z</dcterms:created>
  <dcterms:modified xsi:type="dcterms:W3CDTF">2026-07-19T20:09:48Z</dcterms:modified>
</cp:coreProperties>
</file>